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أساسيات البيانات — الأنواع والتنسيقات وأنابيب معالجة البيانات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820095" y="62636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20095" y="6263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61143" y="62636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61143" y="626364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99855" y="626364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99855" y="62636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التمييز بين البيانات المهيكلة وشبه المهيكلة وغير المهيكلة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تنسيقات التخزين الشائعة ومتى يُستخدم كل منها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استيعاب الفرق بين المعالجة الدفعية (Batch) والمعالجة المتدفقة (Streaming)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تصوّر شامل لخط أنابيب ETL/ELT النموذجي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V06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أنواع البيانات وتنسيقاتها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بيانات مهيكلة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علائقية بصفوف وأعمدة ثابتة — مثالها قواعد بيانات SQL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شبه مهيكلة وغير مهيكلة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وXML مرنة قابلة للتداخل؛ النصوص والصور والصوت بلا بنية ثابتة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تنسيقات التخزين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للبساطة، وParquet وAvro للأداء والضغط في الأنظمة الكبيرة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V06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ETL إلى ELT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التقليدي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استخراج ثم تحويل ثم تحميل — التحويل يحدث قبل التخزين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الحديث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تحميل أولاً إلى مخزن رخيص، ثم التحويل عند الحاجة الفعلية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دفعي مقابل متدفق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للتقارير الدورية، وStreaming للحالات اللحظية كاكتشاف الاحتيال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V06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تنسيق وجدولة سير عمل البيانات (Orchestration) عبر DAGs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البيانات داخل المخزن باستخدام SQL بمنهجية هندسة برمجيات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موزعة للبيانات الضخمة على نطاق واسع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V06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نوع البيانات والتنسيق يحدد بقية معمارية النظام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 أصبح النمط السائد مع انخفاض تكلفة التخزين السحابي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وdbt وSpark تغطي معًا التنسيق والتحويل والمعالجة الموزعة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الأساسيات حجر الزاوية لكل ما يُبنى لاحقًا من أنظمة ذكاء اصطناعي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V06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