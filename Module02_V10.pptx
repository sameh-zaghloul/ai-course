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وضع التسميات والتوسيم على نطاق واسع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8343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8343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256471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56471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92263" y="6263640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92263" y="62636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Studio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أهمية جودة التسميات (Labels) لنجاح النماذج الخاضعة للإشراف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سير عمل التوسيم البشري (Human-in-the-Loop)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آليات ضبط الجودة مثل اتفاق المُعلّقين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التعلّم النشط (Active Learning) لتقليل تكلفة التوسيم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تُعد جودة التسميات حرجة؟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قمامة تدخل، قمامة تخرج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النموذج محكومة مباشرة بجودة تسميات بياناته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أنواع التوسيم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نصوص، صناديق إحاطة للصور، تجزئة دلالية، تعليقات صوتية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التحدي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التوسيم اليدوي بطيء ومكلف على نطاق واسع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ضمان الجودة وتقليل التكلفة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اتفاق المُعلّقين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مدى اتساق قرارات فرق التوسيم المختلفة (Inter-Annotator Agreement)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المراجعة المتعددة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تمرير نفس العينة على أكثر من معلّق للعينات الحرجة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التعلّم النشط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إعطاء الأولوية للعينات الأكثر إفادة للنموذج بدل توسيم كل شيء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Studio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توسيم مفتوحة المصدر تدعم أنواع بيانات متعددة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Roboflow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متخصصة في توسيم وإدارة بيانات الرؤية الحاسوبية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توسيم بيانات على نطاق مؤسسي مع فرق بشرية مُدارة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التدريب عالية الجودة لا تقل أهمية عن جودة النموذج نفسه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ضبط الجودة عملية مستمرة وليست خطوة تُنجز مرة واحدة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النشط يقلّل تكلفة التوسيم دون التضحية بالأداء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أداة التوسيم يعتمد على نوع البيانات وحجم الفريق البشري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