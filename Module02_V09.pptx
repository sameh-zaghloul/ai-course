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1645920"/>
            <a:ext cx="5486400" cy="54864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Shape 1"/>
          <p:cNvSpPr/>
          <p:nvPr/>
        </p:nvSpPr>
        <p:spPr>
          <a:xfrm>
            <a:off x="8899855" y="393192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4" name="Shape 2"/>
          <p:cNvSpPr/>
          <p:nvPr/>
        </p:nvSpPr>
        <p:spPr>
          <a:xfrm>
            <a:off x="7436815" y="548640"/>
            <a:ext cx="4206240" cy="457200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12700">
            <a:solidFill>
              <a:srgbClr val="00B8A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528255" y="5486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الوحدة 02 — هندسة البيانات للذكاء الاصطناعي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B8A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V09</a:t>
            </a:r>
            <a:endParaRPr lang="en-US" sz="6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743200"/>
            <a:ext cx="11094415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قواعد البيانات المتجهية وهندسة التضمينات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80644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الأسبوعان الأول والثاني  |  فيديو مسجل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518343" y="626364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518343" y="6263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pgvector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9256471" y="626364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256471" y="6263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Weaviate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994599" y="6263640"/>
            <a:ext cx="1124712" cy="310896"/>
          </a:xfrm>
          <a:prstGeom prst="roundRect">
            <a:avLst>
              <a:gd name="adj" fmla="val 50000"/>
            </a:avLst>
          </a:prstGeom>
          <a:solidFill>
            <a:srgbClr val="141A45"/>
          </a:solidFill>
          <a:ln w="9525">
            <a:solidFill>
              <a:srgbClr val="00B8A9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94599" y="6263640"/>
            <a:ext cx="11247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Pinecone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أهداف الفيديو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بنهاية هذا الفيديو سيكون المتدرب قادرًا على: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259007" y="201168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مفهوم التضمينات (Embeddings) وتمثيل المعنى رقميًا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1259007" y="288036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8892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البحث بالتشابه (Similarity Search) وخوارزميات الجوار التقريبي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1259007" y="374904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65760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فهم بنية قاعدة البيانات المتجهية ومتى تُستخدم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1259007" y="4617720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526280"/>
            <a:ext cx="1048176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أبرز الحلول المتاحة في السوق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V09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٢ من ٦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من النص إلى المتجه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التضمين (Embedding)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تحويل نص أو صورة أو صوت إلى متجه عددي يمثل المعنى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التشابه الدلالي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العناصر المتقاربة في المعنى تكون متقاربة في الفضاء المتجهي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مقاييس المسافة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الأكثر شيوعًا: Cosine Similarity وEuclidean Distance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V09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٣ من ٦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البحث السريع عبر ملايين المتجهات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التحدي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البحث الدقيق (Exact Search) غير عملي على نطاق واسع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الحل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خوارزميات الجوار التقريبي الأقرب مثل HNSW لتسريع الاسترجاع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2F5FC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الفهرسة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موازنة بين الدقة وسرعة الاسترجاع واستهلاك الذاكرة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V09  ·  هندسة البيانات للذكاء الاصطناعي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٤ من ٦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الأدوات المستخدمة في هذا الموضوع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1048695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048695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356397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Pinecone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8356397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متجهية مُدارة بالكامل (Managed) وعالية الأداء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59117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259117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4566818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Weaviate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66818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قاعدة بيانات متجهية مفتوحة المصدر بدعم بحث هجين (نصي + متجهي)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1E2761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469538" y="164592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469538" y="1645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2194560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pgvector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77240" y="2834640"/>
            <a:ext cx="305805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B1F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امتداد لقاعدة بيانات PostgreSQL يضيف قدرات البحث المتجهي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27797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338218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1417320"/>
            <a:ext cx="3515258" cy="3017520"/>
          </a:xfrm>
          <a:prstGeom prst="roundRect">
            <a:avLst>
              <a:gd name="adj" fmla="val 2727"/>
            </a:avLst>
          </a:prstGeom>
          <a:ln w="15875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V09  ·  هندسة البيانات للذكاء الاصطناعي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٥ من 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65615" y="-1828800"/>
            <a:ext cx="5029200" cy="5029200"/>
          </a:xfrm>
          <a:prstGeom prst="ellipse">
            <a:avLst/>
          </a:prstGeom>
          <a:solidFill>
            <a:srgbClr val="141A4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أهم ما نأخذه من هذا الفيديو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259007" y="179679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1259007" y="17967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60020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التضمينات هي اللغة المشتركة التي تفهمها أنظمة الذكاء الاصطناعي الحديثة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1259007" y="275691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1259007" y="27569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56032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قواعد البيانات المتجهية هي البنية التحتية الأساسية لأنظمة RAG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1259007" y="371703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259007" y="37170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52044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اختيار الأداة يعتمد على الحجم، والحاجة لبحث هجين، والبنية التحتية القائمة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1259007" y="4677156"/>
            <a:ext cx="384048" cy="384048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1259007" y="4677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A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480560"/>
            <a:ext cx="10481767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هذه الطبقة هي القلب التقني لمختبر بناء نظام RAG في نهاية الوحدة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V09  ·  هندسة البيانات للذكاء الاصطناعي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8899855" y="647395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الشريحة ٦ من ٦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2026-09-09T08:25:02Z</dcterms:created>
  <dcterms:modified xsi:type="dcterms:W3CDTF">2026-09-09T08:25:02Z</dcterms:modified>
</cp:coreProperties>
</file>