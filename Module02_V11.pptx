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64592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8899855" y="393192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7436815" y="54864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28255" y="548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02 — هندسة البيانات للذكاء الاصطناعي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V11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حوكمة البيانات وسلسلة العهدة والفهرسة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الأسبوعان الأول والثاني  |  فيديو مسجل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618927" y="6263640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18927" y="626364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DataHub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357055" y="626364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57055" y="626364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Collibra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92847" y="6263640"/>
            <a:ext cx="1527048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2847" y="6263640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Atlas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أهداف الفيديو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بنهاية هذا الفيديو سيكون المتدرب قادرًا على: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259007" y="201168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59007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 ركائز حوكمة البيانات في مؤسسات الذكاء الاصطناعي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259007" y="288036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259007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التعرف على مفهوم سلسلة العهدة (Data Lineage) وأهميتها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259007" y="374904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259007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 دور كتالوج البيانات (Data Catalog) في الاكتشاف والإدارة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259007" y="461772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259007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الحوكمة بمتطلبات الامتثال التنظيمي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V11  ·  هندسة البيانات للذكاء الاصطناعي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٢ من ٦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ركائز الحوكمة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الملكية والمساءلة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تحديد مالك واضح ومسؤول عن كل مجموعة بيانات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البيانات الوصفية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معنى كل حقل ومصدره (Metadata Management)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سلسلة العهدة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تتبّع مسار البيانات من المصدر إلى الاستخدام النهائي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V11  ·  هندسة البيانات للذكاء الاصطناعي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٣ من ٦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الفهرسة إلى الامتثال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كتالوج البيانات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مركزية لاكتشاف وفهم ما تملكه المؤسسة من بيانات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التحكم بالوصول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صلاحيات دقيقة تحمي البيانات الحساسة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أساس للامتثال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متطلبات مثل قانون حماية البيانات المصري وGDPR تبدأ من حوكمة سليمة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V11  ·  هندسة البيانات للذكاء الاصطناعي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٤ من ٦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الأدوات المستخدمة في هذا الموضوع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Atlas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 مفتوح المصدر لإدارة البيانات الوصفية وسلسلة العهدة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Collibra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حوكمة بيانات مؤسسية شاملة بتركيز على الامتثال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DataHub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كتالوج بيانات مفتوح المصدر بمنظور جرافي لسلسلة العهدة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V11  ·  هندسة البيانات للذكاء الاصطناعي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٥ من ٦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82880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أهم ما نأخذه من هذا الفيديو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259007" y="179679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59007" y="17967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الحوكمة ليست عبئًا إداريًا بل شرط أساسي لموثوقية أنظمة الذكاء الاصطناعي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1259007" y="275691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259007" y="2756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6032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سلسلة العهدة تتيح تتبع أي خطأ إلى مصدره الحقيقي بسرعة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1259007" y="371703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259007" y="37170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كتالوج بيانات جيد يختصر وقت اكتشاف البيانات بشكل كبير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1259007" y="467715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259007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8056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هذه الركائز تحمي المؤسسة عند التدقيق التنظيمي والامتثال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V11  ·  هندسة البيانات للذكاء الاصطناعي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٦ من ٦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2026-09-09T08:25:02Z</dcterms:created>
  <dcterms:modified xsi:type="dcterms:W3CDTF">2026-09-09T08:25:02Z</dcterms:modified>
</cp:coreProperties>
</file>