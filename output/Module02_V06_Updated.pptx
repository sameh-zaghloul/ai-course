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3.xml"/><Relationship Id="rId18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أساسيات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V06 — أساسيات البيانات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V06 —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خريطة المسار / Roadmap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أنواع البيانات / Data Types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التنسيقات / Formats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أنابيب ETL / ELT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مقارنة أنماط المعالجة / Processing Patterns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جدول المقارنة السريع / Quick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3/12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وحدات المقرر / Course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V06 — أساسيات البيانات /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V07 — المستودعات والبحيرات ومعمارية Lakehouse /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V08 — هندسة الخصائص ومخازنها /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V09 — قواعد البيانات المتجهية + RAG التطبيقي /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V10 — تصنيف البيانات على نطاق واسع /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V11 — حوكمة البيانات وسلسلة العهدة والفهرسة /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V12 — أساسيات MLOps + تمهيد للمختبر / MLOps Fundamentals + Lab Prelude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4/12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أنواع البيانات /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بيانات مهيكلة (جداول)، شبه مهيكلة (JSON/XML)، غير مهيكلة (نصوص، صور، صوت).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Structured (tables), semi-structured (JSON/XML), unstructured (text, images, 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اختيار النوع يحدد أدوات التخزين والمعالجة المناسبة.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 data type determines the right storage and processing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3/13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التنسيقات /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CSV للتبادل البسيط، JSON للواجهات البرمجية، Parquet وAvro للتحليلات والأنابيب.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CSV for simple exchange, JSON for APIs, Parquet and Avro for analytics and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التنسيقات العمودية (Parquet) تقلل الحجم وتسرّع القراءة التحليلية.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Columnar formats (Parquet) reduce size and speed up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4/13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أنابيب ETL / 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ETL: التحويل قبل التحميل؛ ELT: التحميل أولاً ثم التحويل داخل المنصة المستهدفة.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ETL: transform before loading; ELT: load first, transform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ELT هو النمط السائد في بيئات Lakehouse الحديثة.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ELT is the dominant pattern in modern lakehouse environments.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5/13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مقارنة أنماط المعالجة / Processing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المعمارية المتدرِّجة Medallion (Lakehouse): Bronze خام → Silver منقَّى → Gold جاهز للتحليل؛ إدارة مركزية؛ الأنسب للتحليلات وخطوط AI/ML/RAG.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Medallion (Lakehouse): raw Bronze → cleansed Silver → analytics-ready Gold; central ownership; best for analytics and AI/ML/RAG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مستودع البيانات: ETL/ELT → Staging → المستودع → أسواق البيانات؛ حوكمة مركزية؛ الأنسب للتقارير وذكاء الأعمال.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warehouse: ETL/ELT → staging → warehouse → data marts; central governance; best for reporting and BI.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شبكة البيانات Data Mesh: ملكية لامركزية بالمجالات؛ منتجات بيانات بعقود (مخطط، أمان، SLA) وكتالوج موحد؛ الأنسب للمؤسسات الكبيرة.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mesh: decentralized domain ownership; data products with contracts (schema, security, SLA) and a unified catalog; best for large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جدول المقارنة: Medallion / المستودع / Data Mesh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المعيار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Medallion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المستودع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الفكرة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طبقات Bronze→Silver→Gold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Staging→Warehouse→Marts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منتجات بالمجالات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المالك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هندسة 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المجالات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الأنسب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تحليلات و AI/RAG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تقارير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مؤسسات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الحوكمة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جودة بين الطبقات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موحدة + عقود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7/13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الفرق الجوهري بين ETL وELT؟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is the key difference between ETL and ELT?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أين تُستخدم طبقة Gold في المعمارية المتدرِّجة؟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Where is the Gold layer used in the Medallion architecture?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أي نمط يناسب مؤسسة كبيرة بفرق مستقلة وملكية لامركزية؟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pattern suits a large organization with independent, decentralized teams?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4. ما التنسيق الأنسب للتحليلات عالية الأداء ولماذا؟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format suits high-performance analytics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8/13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ETL يحوّل قبل التحميل؛ ELT يحمّل أولاً ثم يحوّل داخل المنصة الهدف.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ETL transforms before loading; ELT loads first and transforms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تجميعات على مستوى الأعمال جاهزة للتحليل.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Business-level aggregates that are analytics-ready.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شبكة البيانات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mesh.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4. Parquet — تنسيق عمودي يقلل الحجم ويسرّع القراءة.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Parquet — columnar, smaller and faster for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9/13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Databricks — المعمارية المتدرِّجة Medallion.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Databricks docs — Medallion architecture.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مقالات Data Mesh — Zhamak Dehghani.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 Mesh articles — Zhamak Dehghani.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Apache Parquet.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Apache Parquet documentation.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10/13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06_  •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