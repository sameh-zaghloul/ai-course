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14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رحلة الوحدة الثانية من البيانات الخام إلى نقطة نهاية RAG.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Module 02 journey: from raw data to a RAG endpoint.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الحوكمة عبر تحسين الجودة بين الطبقات — إدارة مركزية.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Governance via quality improvement between layers — central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Criteria: core idea / ownership / governance / best use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منتج البيانات</a:t>
            </a:r>
          </a:p>
          <a:p>
            <a:pPr algn="ct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668904631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337806519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وحدة التسليم الحديثة في هندسة البيانات.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The modern delivery unit in data engineering.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من الفهرسة إلى التقييم — المسار التطبيقي في مختبر L03.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From indexing to evaluation — applied in lab L03.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★ Recursive: split by paragraphs, then oversized chunks.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Measured with RAGAS — faithfulness prevents hallucination; relevancy keeps answers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Enterprise reference pattern (McKinsey) — a unified pane over governed shared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قاعدة FinOps: قِس التكلفة لكل طلب قبل التوسع.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FinOps rule: measure per-request cost before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18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Agentic RAG = vector search + API fetching with refreshed memory and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خط الخصائص</a:t>
            </a:r>
          </a:p>
          <a:p>
            <a:pPr algn="ctr" rtl="1"/>
            <a:r>
              <a:rPr sz="11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المخزن غير المتصل</a:t>
            </a:r>
          </a:p>
          <a:p>
            <a:pPr algn="ctr" rtl="1"/>
            <a:r>
              <a:rPr sz="11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المخزن المتصل</a:t>
            </a:r>
          </a:p>
          <a:p>
            <a:pPr algn="ctr" rtl="1"/>
            <a:r>
              <a:rPr sz="11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Core value: one feature definition for training and serving — no skew.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LLM accelerates labeling; humans guarantee quality — modern best practice.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