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6" r:id="rId17"/>
    <p:sldId id="260" r:id="rId11"/>
    <p:sldId id="261" r:id="rId12"/>
    <p:sldId id="267" r:id="rId18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5.xml"/><Relationship Id="rId18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28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Module 02  |  V12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أساسيات MLOps + تمهيد للمختبر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000" b="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MLOps Fundamentals + Lab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1/13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V12 — أساسيات MLOps + تمهيد للمختبر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V12 — MLOps Fundamentals + Lab Introduction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MLOps والأدوات / MLOps &amp;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تمييز المفاهيم / Concept Distinctions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RAG الوكيلي / Agentic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التكلفة والأداء عمليًا / Practical Cost &amp; Performance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تمهيد للمختبر L03 / Lab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2/13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MLOps والأدوات / MLOps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MLflow لتتبع التجارب والنماذج، Kubeflow لأتمتة الخطوط، DVC لإصدارات البيانات.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MLflow for tracking, Kubeflow for pipeline automation,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3/13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3/12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تمييز المفاهيم / Concept Distinctions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LLM: يرمّز النص ويتنبأ بالرموز التالية. الذكاء التوليدي: يولّد محتوى جديدًا (نص/صورة/صوت).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LLM: predicts next tokens. Generative AI: generates new content (text/image/audio).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الوكلاء: يكشفون النية ويستدعون الأدوات. الأنظمة الوكيلة: تخطيط ذاتي وتنفيذ متعدد الخطوات مع تقييم للنتائج.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Agents: detect intent and call tools. Agentic AI: self-directed multi-step planning with outcome evaluation.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4/13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4/12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0"/>
            <a:r>
              <a:rPr sz="18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Agentic RAG = vector search + API fetching with refreshed memory and verification.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5/12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RAG الوكيلي / Agentic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يجمع البحث المتجهي وجلب البيانات عبر الواجهات في عملية متعددة الخطوات، بذاكرة محدَّثة وتحقق من النتائج قبل التسليم.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Combines vector search and API fetching in multi-step flows, with refreshed memory and verification before delivery.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5/13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التكلفة والأداء عمليًا / Practical Cost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التضمين (Embedding) أقل تكلفة بمرتبة كاملة من التوليد (Generation) — الاسترجاع أرخص من التوليد.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Embedding costs an order of magnitude less than generation — retrieval is cheaper than generation.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التخزين الدلالي المؤقت يخفض الكمون والتكلفة؛ توجيه الطلبات يرسل المهام البسيطة لنماذج أصغر أرخص.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Semantic caching cuts latency and cost; routing sends easy tasks to smaller, cheaper models.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قاعدة FinOps: قِس التكلفة لكل طلب (per-request) قبل التوسع.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FinOps rule: measure per-request cost before scaling.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6/13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قاعدة FinOps: قِس التكلفة لكل طلب قبل التوسع.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FinOps rule: measure per-request cost before scaling.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تمهيد للمختبر L03 / Lab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المختبر: خط محلي خفيف — Python venv + SQLite مدمجة (Bronze/Silver) + ChromaDB (Gold) — دون Docker، بنقطة نهاية FastAPI على المسار /query.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The lab: lightweight local pipeline — Python venv + built-in SQLite (Bronze/Silver) + ChromaDB (Gold) — no Docker, ending in a FastAPI /query endpoint.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7/13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فرّق بين AI Agent وAgentic AI.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Differentiate an AI agent from agentic AI.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ما أرخص: تضمين أم توليد؟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Which is cheaper: embedding or generation?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ما أدوات تتبع التجارب وإصدارات البيانات؟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Which tools track experiments and version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8/13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10/12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الوكيل يستجيب ويستدعي أدوات؛ الوكيلي يخطط ذاتيًا وينفذ خطوات متعددة ويتكيف.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An agent responds and calls tools; agentic AI self-plans multi-step execution.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التضمين — أقل بتكلفة مرتبة كاملة.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Embedding — roughly an order of magnitude cheaper.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MLflow للتتبع وDVC لإصدارات البيانات.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MLflow for tracking,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9/13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11/12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MLflow وDVC.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MLflow and DVC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دليل تجهيز البيئة للمختبر L03.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L03 Environment Setup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V12  •  10/13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12_  •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