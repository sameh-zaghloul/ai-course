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6" r:id="rId17"/>
    <p:sldId id="260" r:id="rId11"/>
    <p:sldId id="261" r:id="rId12"/>
    <p:sldId id="267" r:id="rId18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أساسيات MLOps + تمهيد للمختبر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MLOps Fundamentals + Lab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V12 — أساسيات MLOps + تمهيد للمختبر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V12 — MLOps Fundamentals + Lab Introduction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MLOps والأدوات / MLOps &amp; Tools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تمييز المفاهيم / Concept Distinctions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RAG الوكيلي / Agentic RAG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التكلفة والأداء عمليًا / Practical Cost &amp; Performance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تمهيد للمختبر L03 / Lab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MLOps والأدوات / MLOps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MLflow لتتبع التجارب والنماذج، Kubeflow لأتمتة الخطوط، DVC لإصدارات البيانات.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MLflow for tracking, Kubeflow for pipeline automation, DVC for data versioning.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تمييز المفاهيم / Concept Distinctions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LLM: يرمّز النص ويتنبأ بالرموز التالية. الذكاء التوليدي: يولّد محتوى جديدًا (نص/صورة/صوت).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LLM: predicts next tokens. Generative AI: generates new content (text/image/audio).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الوكلاء: يكشفون النية ويستدعون الأدوات. الأنظمة الوكيلة: تخطيط ذاتي وتنفيذ متعدد الخطوات مع تقييم للنتائج.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Agents: detect intent and call tools. Agentic AI: self-directed multi-step planning with outcome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RAG الوكيلي /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يجمع البحث المتجهي وجلب البيانات عبر الواجهات في عملية متعددة الخطوات، بذاكرة محدَّثة وتحقق من النتائج قبل التسليم.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Combines vector search and API fetching in multi-step flows, with refreshed memory and verification before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6/12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التكلفة والأداء عمليًا / Practical Cost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التضمين (Embedding) أقل تكلفة بمرتبة كاملة من التوليد (Generation) — الاسترجاع أرخص من التوليد.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Embedding costs an order of magnitude less than generation — retrieval is cheaper than generation.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التخزين الدلالي المؤقت يخفض الكمون والتكلفة؛ توجيه الطلبات يرسل المهام البسيطة لنماذج أصغر أرخص.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Semantic caching cuts latency and cost; routing sends easy tasks to smaller, cheaper models.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قاعدة FinOps: قِس التكلفة لكل طلب (per-request) قبل التوسع.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FinOps rule: measure per-request cost before scaling.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7/12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تمهيد للمختبر L03 / Lab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المختبر: خط محلي خفيف — Python venv + SQLite مدمجة (Bronze/Silver) + ChromaDB (Gold) — دون Docker، بنقطة نهاية FastAPI على المسار /query.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The lab: lightweight local pipeline — Python venv + built-in SQLite (Bronze/Silver) + ChromaDB (Gold) — no Docker, ending in a FastAPI /query endpoint.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9/12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فرّق بين AI Agent وAgentic AI.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Differentiate an AI agent from agentic AI.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ما أرخص: تضمين أم توليد؟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is cheaper: embedding or generation?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 أدوات تتبع التجارب وإصدارات البيانات؟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tools track experiments and version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10/12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الوكيل يستجيب ويستدعي أدوات؛ الوكيلي يخطط ذاتيًا وينفذ خطوات متعددة ويتكيف.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An agent responds and calls tools; agentic AI self-plans multi-step execution.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التضمين — أقل بتكلفة مرتبة كاملة.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Embedding — roughly an order of magnitude cheaper.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MLflow للتتبع وDVC لإصدارات البيانات.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MLflow for tracking, DVC for data versioning.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11/12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MLflow وDVC.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MLflow and DVC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دليل تجهيز البيئة للمختبر L03.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L03 Environment Setup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12/12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من LLM إلى الأنظمة الوكيلة / From LLM to Agentic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377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تنبؤ بالرموز التالية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Predicts next tokens</a:t>
            </a:r>
          </a:p>
        </p:txBody>
      </p:sp>
      <p:sp>
        <p:nvSpPr>
          <p:cNvPr id="5" name="Left Arrow 4"/>
          <p:cNvSpPr/>
          <p:nvPr/>
        </p:nvSpPr>
        <p:spPr>
          <a:xfrm>
            <a:off x="307238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37744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الذكاء التوليدي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يولّد محتوى جديدًا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Generates new content</a:t>
            </a:r>
          </a:p>
        </p:txBody>
      </p:sp>
      <p:sp>
        <p:nvSpPr>
          <p:cNvPr id="8" name="Left Arrow 7"/>
          <p:cNvSpPr/>
          <p:nvPr/>
        </p:nvSpPr>
        <p:spPr>
          <a:xfrm>
            <a:off x="590702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37744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الوكلاء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نية + استدعاء أدوات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Intent + tool calls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874166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3774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الأنظمة الوكيلة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تخطيط وتنفيذ متعدد الخطوات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Multi-step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Agentic RAG = بحث متجهي + جلب عبر الواجهات بذاكرة متجددة وتحقق قبل التسليم.</a:t>
            </a:r>
          </a:p>
          <a:p>
            <a:pPr algn="r" rtl="0"/>
            <a:r>
              <a:t>Agentic RAG = vector search + API fetching with refreshed memory and verification.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5/12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التكلفة عمليًا: التضمين مقابل التوليد / Cost: Embedding vs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840480"/>
            <a:ext cx="2194560" cy="14630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التضمين 1x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Embedding — cheap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554480"/>
            <a:ext cx="2194560" cy="3749039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التوليد ~10x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Generation — costly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108960"/>
            <a:ext cx="2651760" cy="2194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الحل: تخزين مؤقت + توجيه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Fix: caching +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قاعدة FinOps: قِس التكلفة لكل طلب قبل التوسع.</a:t>
            </a:r>
          </a:p>
          <a:p>
            <a:pPr algn="r" rtl="0"/>
            <a:r>
              <a:t>FinOps rule: measure per-request cost before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V12  •  8/12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