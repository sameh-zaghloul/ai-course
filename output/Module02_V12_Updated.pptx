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61" r:id="rId9"/>
    <p:sldId id="268" r:id="rId10"/>
    <p:sldId id="262" r:id="rId11"/>
    <p:sldId id="269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6"/>
  </p:normalViewPr>
  <p:slideViewPr>
    <p:cSldViewPr snapToGrid="0" snapToObjects="1">
      <p:cViewPr varScale="1">
        <p:scale>
          <a:sx n="88" d="100"/>
          <a:sy n="88" d="100"/>
        </p:scale>
        <p:origin x="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أساسيات MLOps + تمهيد للمختبر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MLOps Fundamentals + Lab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V12 — أساسيات MLOps + تمهيد للمختبر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V12 — MLOps Fundamentals + Lab Introduction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MLOps والأدوات / MLOps &amp;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تمييز المفاهيم / Concept Distinctions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RAG الوكيلي / Agentic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التكلفة والأداء عمليًا / Practical Cost &amp; Performance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تمهيد للمختبر L03 /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MLOps والأدوات / MLOps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MLflow لتتبع التجارب والنماذج، Kubeflow لأتمتة الخطوط، DVC لإصدارات البيانات.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MLflow for tracking, Kubeflow for pipeline automation,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دورة حياة MLOps / MLOps Lifecycle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تجربة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Experiment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6032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34640" y="1965960"/>
            <a:ext cx="2011680" cy="1143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تحقق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Validate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9204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66360" y="1965960"/>
            <a:ext cx="2011680" cy="11430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نشر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Deploy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0" y="1965960"/>
            <a:ext cx="201168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مراقبة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Monitor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5548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82980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إعادة 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023360"/>
            <a:ext cx="832104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سجّل الإصدارات والقياسات في كل مرحلة — ثم أعد التعلم من الإنتاج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Record versions and metrics at every stage — then learn again from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MLOps ليس «نشرًا مرة واحدة»؛ إنه حلقة قابلة للقياس والتحسين.</a:t>
            </a:r>
          </a:p>
          <a:p>
            <a:pPr algn="r" rtl="0"/>
            <a:r>
              <a:t>MLOps is not “deploy once”; it is a measurable improvement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تمييز المفاهيم / Concept Distinctions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LLM: يرمّز النص ويتنبأ بالرموز التالية. الذكاء التوليدي: يولّد محتوى جديدًا (نص/صورة/صوت).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LLM: predicts next tokens. Generative AI: generates new content (text/image/audio).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الوكلاء: يكشفون النية ويستدعون الأدوات. الأنظمة الوكيلة: تخطيط ذاتي وتنفيذ متعدد الخطوات مع تقييم للنتائج.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Agents: detect intent and call tools. Agentic AI: self-directed multi-step planning with outcome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RAG الوكيلي /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يجمع البحث المتجهي وجلب البيانات عبر الواجهات في عملية متعددة الخطوات، بذاكرة محدَّثة وتحقق من النتائج قبل التسليم.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Combines vector search and API fetching in multi-step flows, with refreshed memory and verification before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التكلفة والأداء عمليًا / Practical Cost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التضمين (Embedding) أقل تكلفة بمرتبة كاملة من التوليد (Generation) — الاسترجاع أرخص من التوليد.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Embedding costs an order of magnitude less than generation — retrieval is cheaper than generation.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التخزين الدلالي المؤقت يخفض الكمون والتكلفة؛ توجيه الطلبات يرسل المهام البسيطة لنماذج أصغر أرخص.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Semantic caching cuts latency and cost; routing sends easy tasks to smaller, cheaper models.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قاعدة FinOps: قِس التكلفة لكل طلب (per-request) قبل التوسع.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FinOps rule: measure per-request cost before scaling.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تمهيد للمختبر L03 / Lab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المختبر: خط محلي خفيف — Python venv + SQLite مدمجة (Bronze/Silver) + ChromaDB (Gold) — دون Docker، بنقطة نهاية FastAPI على المسار /query.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The lab: lightweight local pipeline — Python venv + built-in SQLite (Bronze/Silver) + ChromaDB (Gold) — no Docker, ending in a FastAPI /query endpoint.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مختبر L03 / L03 Lab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خط ETL ‏(etl_pipeline.py):‏ Bronze ‏(SQLite خام) ← Silver ‏(تنظيف + تقسيم 500/50) ← Gold ‏(ChromaDB HNSW cosine، دفعات 10)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ETL (etl_pipeline.py): Bronze (raw SQLite) → Silver (clean + 500/50 chunk) → Gold (ChromaDB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الواجهة ‏(streamlit_ui.py:8501):‏ 5 تبويبات ثنائية — رفع/مستندات/استعلام/تقييم/حول — تُعيد استخدام نفس عميل Chroma مع حذف المجموعة وإعادة إنشائها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Frontend (streamlit_ui.py :8501): 5 bilingual tabs — upload/docs/query/eval/about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المخازن: l03_lab.db ‏(bronze_docs/silver_chunks)‏ + chroma_db ‏(gold_chunks بُعد 384)‏ + golden_dataset.json + env.‏ للمفتاح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Stores: l03_lab.db (bronze_docs/silver_chunks) + chroma_db (gold_chunks dim 384) + golden_dataset.json + .env for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التفاصيل الكاملة في l03_lab/ARCHITECTURE.md.</a:t>
            </a:r>
          </a:p>
          <a:p>
            <a:pPr algn="r" rtl="0"/>
            <a:r>
              <a:t>Full detail in l03_lab/ARCHITECTURE.md.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فرّق بين AI Agent وAgentic AI.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Differentiate an AI agent from agentic AI.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ما أرخص: تضمين أم توليد؟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is cheaper: embedding or generation?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أدوات تتبع التجارب وإصدارات البيانات؟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tools track experiments and version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11/13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الوكيل يستجيب ويستدعي أدوات؛ الوكيلي يخطط ذاتيًا وينفذ خطوات متعددة ويتكيف.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An agent responds and calls tools; agentic AI self-plans multi-step execution.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التضمين — أقل بتكلفة مرتبة كاملة.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Embedding — roughly an order of magnitude cheaper.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MLflow للتتبع وDVC لإصدارات البيانات.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MLflow for tracking,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12/13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MLflow وDVC.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MLflow and DVC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دليل تجهيز البيئة للمختبر L03.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L03 Environment Setup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1277</Words>
  <Application>Microsoft Macintosh PowerPoint</Application>
  <PresentationFormat>Widescreen</PresentationFormat>
  <Paragraphs>128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</cp:revision>
  <dcterms:created xsi:type="dcterms:W3CDTF">2013-01-27T09:14:16Z</dcterms:created>
  <dcterms:modified xsi:type="dcterms:W3CDTF">2026-09-09T15:21:52Z</dcterms:modified>
  <cp:category/>
</cp:coreProperties>
</file>