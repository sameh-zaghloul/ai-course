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7" r:id="rId18"/>
    <p:sldId id="259" r:id="rId10"/>
    <p:sldId id="268" r:id="rId19"/>
    <p:sldId id="260" r:id="rId11"/>
    <p:sldId id="261" r:id="rId12"/>
    <p:sldId id="262" r:id="rId13"/>
    <p:sldId id="269" r:id="rId20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4.xml"/><Relationship Id="rId19" Type="http://schemas.openxmlformats.org/officeDocument/2006/relationships/slide" Target="slides/slide6.xml"/><Relationship Id="rId20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28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Module 02  |  V09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قواعد البيانات المتجهية + RAG التطبيقي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000" b="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Vector Databases + Applied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V09 — قواعد البيانات المتجهية + RAG التطبيقي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V09 —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قواعد البيانات المتجهية / Vector Databases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1) الفهرسة: استراتيجيات التقسيم / Indexing: Chunking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2) الاسترجاع / Retrieval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3) التوليد / Generation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4) التقييم + 5) التحسين / Evaluation + Optimization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الأخطاء الشائعة /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2/14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قواعد البيانات المتجهية / Vector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تخزين التمثيلات المتجهية (Embeddings) والبحث فيها بالتشابه: Pinecone، Weaviate، pgvector، ChromaDB.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Store embeddings and search by similarity: Pinecone, Weaviate, pgvector, ChromaDB.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فهرس HNSW يمنح بحثًا تقريبيًا سريعًا (ANN) بكفاءة عالية.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HNSW index provides fast approximate nearest-neighbor (ANN)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3/14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من الفهرسة إلى التقييم — المسار التطبيقي في مختبر L03.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From indexing to evaluation — applied in lab L03.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4/14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1) الفهرسة: استراتيجيات التقسيم / Indexing: Chunking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ثابت الحجم: أبسطها مع تداخل لكنه يقطع الجُمل. دلالي: تجميع حسب تشابه الكوساينس، حساس للعتبة.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Fixed-size: simplest with overlap but breaks sentences. Semantic: cosine grouping, threshold-sensitive.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تكراري (الموصى به افتراضيًا): فصل بالفقرات ثم تقسيم ما تجاوز الحد. بحسب البنية: العناوين. بالنموذج اللغوي: الأدق والأغلى.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Recursive (recommended default): split by paragraphs then oversized chunks. Structure-based: headings. LLM-based: most accurate, most expensive.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4/14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5/14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★ Recursive: split by paragraphs, then oversized chunks.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6/14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2) الاسترجاع /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بحث هجين: كثيف (Dense) + متناثر (BM25) يغطي المعنى والكلمات المفتاحية معًا.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Hybrid search: dense + sparse (BM25) covers meaning and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إعادة ترتيب Cross-encoder وتحويل الاستعلام Multi-Query يرفعان دقة النتائج.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Cross-encoder reranking and multi-query transformation improve precision.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5/14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7/14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3) التوليد /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موجِّه مقيَّد بالمصادر المسترجعة (Grounded Prompting) مع الاستشهاد: «أجب فقط من السياق المرفق».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Grounded prompting strictly on retrieved sources with citations: 'answer only from the provided context'.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6/14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8/14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4) التقييم + 5) التحسين / Evaluation +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مثلث RAG: الوفاء (Faithfulness)، ملاءمة الإجابة (Answer Relevancy)، دقة السياق (Context Precision) — بإطار RAGAS.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RAG triad: faithfulness, answer relevancy, context precision — measured with RAGAS.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التحسين: تخزين دلالي مؤقت، توجيه الطلبات بين النماذج، ومراقبة مستمرة.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Optimization: semantic caching, model routing, continuous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7/14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9/14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Measured with RAGAS — faithfulness prevents hallucination; relevancy keeps answers useful.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10/14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الأخطاء الشائعة / Common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تقسيم يكسر الجداول أو الأكواد؛ إهمال إعادة الترتيب فيضيع الأكثر ملاءمة.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Chunking that breaks tables/code; skipping reranking loses the most relevant hits.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غياب تقييم الوفاء فيسمح بالهلوسة؛ استرجاع أعلى-ك دون حد أدنى للدرجة.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No faithfulness evaluation allows hallucination; top-k without a score floor.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8/14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ما استراتيجية التقسيم الموصى بها افتراضيًا؟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Which chunking strategy is the recommended default?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لماذا نجمع البحث الكثيف مع BM25؟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Why combine dense search with BM25?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ما مكونات مثلث تقييم RAG الثلاثة؟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Name the three parts of the RAG evaluation triad.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4. ما وظيفة إعادة الترتيب Cross-encoder؟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does cross-encoder reranking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5. كيف يقلل التخزين الدلالي المؤقت التكلفة؟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How does semantic caching cut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9/14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التقسيم التكراري Recursive Chunking.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Recursive chunking.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الكثيف يفهم المعنى وBM25 يطابق الكلمات النادرة حرفيًا.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Dense captures meaning; BM25 matches rare exact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الوفاء، ملاءمة الإجابة، دقة السياق.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Faithfulness, answer relevancy, context precision.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4. يعيد ترتيب المرشحين بنموذج أدق لرفع ملاءمة النتائج.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Re-scores candidates with a more accurate model.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5. يعيد استخدام إجابات الأسئلة المشابهة بدل استدعاء النموذج كل مرة.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Reuses answers for similar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10/14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Daily Dose of DS — استراتيجيات تقسيم RAG.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Daily Dose of DS — RAG chunking strategies.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RAGAS لإطار التقييم.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RAGAS evaluation framework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ChromaDB والفهرسة HNSW.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ChromaDB docs and HNSW indexing.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V09  •  11/14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09_  •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