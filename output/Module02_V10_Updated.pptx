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تصنيف البيانات على نطاق واسع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Labeling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1/11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1/9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V10 — تصنيف البيانات على نطاق واسع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V10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لماذا التصنيف؟ /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الأدوات /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التصنيف بمساعدة LLM /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2/11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2/9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لماذا التصنيف؟ / Why Labeling?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جودة التصنيفات تحدد سقف أداء أي نموذج تعلّم مُوجَّه.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quality caps the performance of any supervised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3/11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3/9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الأدوات /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Label Studio للتعددية، Roboflow للرؤية الحاسوبية، Scale AI للتوسع المؤسسي.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Studio for versatility, Roboflow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4/11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4/9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التصنيف بمساعدة LLM / LLM-assisted Labeling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نموذج لغوي يقترح التصنيفات مبدئيًا لتسريع العملية وخفض التكلفة.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التحقق البشري (Human-in-the-loop) إلزامي قبل القبول، مع قياس اتفاق النموذج مع البشر.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Human-in-the-loop validation is mandatory before acceptance, measuring human–model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5/11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5/9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6/9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لماذا لا نعتمد تصنيفات LLM مباشرة دون مراجعة؟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أي أداة تناسب مشاريع الرؤية الحاسوبية؟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6/11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7/9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لأن النموذج قد يخطئ أو يتحيز — التحقق البشري يضمن الجودة.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The model can err or be biased — human validation guarantees quality.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Roboflow.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7/11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8/9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Label Studio.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Label Studio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Roboflow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8/11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9/9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10_  • 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