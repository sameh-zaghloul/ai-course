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تصنيف البيانات على نطاق واسع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Labeling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V10 — تصنيف البيانات على نطاق واسع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V10 — Labeling at Scale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لماذا التصنيف؟ / Why Labeling?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الأدوات /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التصنيف بمساعدة LLM / LLM-assisted 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لماذا التصنيف؟ / Why Labeling?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جودة التصنيفات تحدد سقف أداء أي نموذج تعلّم مُوجَّه.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Label quality caps the performance of any supervised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الأدوات /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Label Studio للتعددية، Roboflow للرؤية الحاسوبية، Scale AI للتوسع المؤسسي.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Label Studio for versatility, Roboflow for vision, Scale AI for enterprise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التصنيف بمساعدة LLM / LLM-assisted Labeling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نموذج لغوي يقترح التصنيفات مبدئيًا لتسريع العملية وخفض التكلفة.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An LLM pre-labels examples to speed up the process and cut cost.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التحقق البشري (Human-in-the-loop) إلزامي قبل القبول، مع قياس اتفاق النموذج مع البشر.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Human-in-the-loop validation is mandatory before acceptance, measuring human–model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لماذا لا نعتمد تصنيفات LLM مباشرة دون مراجعة؟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Why not accept LLM labels directly without review?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أي أداة تناسب مشاريع الرؤية الحاسوبية؟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tool fits computer-vision projects?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7/9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لأن النموذج قد يخطئ أو يتحيز — التحقق البشري يضمن الجودة.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The model can err or be biased — human validation guarantees quality.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Roboflow.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Roboflow.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8/9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Label Studio.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Label Studio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Roboflow.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Roboflow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9/9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سير عمل التصنيف بمساعدة LLM / LLM-assisted Labeling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الـ LLM يسرّع التسمية والبشر يضمنون الجودة — أفضل الممارسات الحديثة.</a:t>
            </a:r>
          </a:p>
          <a:p>
            <a:pPr algn="r" rtl="0"/>
            <a:r>
              <a:t>LLM accelerates labeling; humans guarantee quality — modern best practice.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6/9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