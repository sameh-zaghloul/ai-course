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59" r:id="rId10"/>
    <p:sldId id="260" r:id="rId11"/>
    <p:sldId id="265" r:id="rId16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تصنيف البيانات على نطاق واسع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Labeling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V10 — تصنيف البيانات على نطاق واسع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V10 —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لماذا التصنيف؟ / Why Labeling?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الأدوات /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التصنيف بمساعدة LLM / LLM-assisted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لماذا التصنيف؟ / Why Labeling?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جودة التصنيفات تحدد سقف أداء أي نموذج تعلّم مُوجَّه.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quality caps the performance of any supervised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الأدوات /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Label Studio للتعددية، Roboflow للرؤية الحاسوبية، Scale AI للتوسع المؤسسي.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Label Studio for versatility, Roboflow for vision, Scale AI for enterprise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5/10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التصنيف بمساعدة LLM / LLM-assisted Labeling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نموذج لغوي يقترح التصنيفات مبدئيًا لتسريع العملية وخفض التكلفة.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An LLM pre-labels examples to speed up the process and cut cost.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التحقق البشري (Human-in-the-loop) إلزامي قبل القبول، مع قياس اتفاق النموذج مع البشر.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Human-in-the-loop validation is mandatory before acceptance, measuring human–model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6/10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لماذا لا نعتمد تصنيفات LLM مباشرة دون مراجعة؟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not accept LLM labels directly without review?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أي أداة تناسب مشاريع الرؤية الحاسوبية؟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tool fits computer-vision projects?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8/10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لأن النموذج قد يخطئ أو يتحيز — التحقق البشري يضمن الجودة.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The model can err or be biased — human validation guarantees quality.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Roboflow.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9/10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Label Studio.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Label Studio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Roboflow.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Roboflow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10/10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حلقة جودة التصنيف / Label Quality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4480560" cy="8229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تسميات متسرعة أو غير متسقة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Rushed or inconsistent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4480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ضوضاء ← نموذج ضعيف ← تصحيحات أكثر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Noise → weak model → more corrections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94960" y="2834640"/>
            <a:ext cx="68580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44805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اقتراح LLM + مراجعة بشرية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suggestion +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68880"/>
            <a:ext cx="448056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موثوقة ← نموذج أفضل ← تغذية راجعة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Trusted labels → better model →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4617720"/>
            <a:ext cx="6080760" cy="713232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قِس اتفاق المقيمين قبل قبول البيانات / Measure reviewer agreement before accepting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العمل؛ الإنسان يظل مسؤولًا عن القبول والجودة.</a:t>
            </a:r>
          </a:p>
          <a:p>
            <a:pPr algn="r" rtl="0"/>
            <a:r>
              <a:t>The LLM accelerates work; people remain accountable for acceptance and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4/10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V10  •  7/10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