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3" r:id="rId14"/>
    <p:sldId id="262" r:id="rId13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5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4E79"/>
                </a:solidFill>
                <a:latin typeface="Calibri"/>
              </a:rPr>
              <a:t>V10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800" b="1">
                <a:solidFill>
                  <a:srgbClr val="1F3B5C"/>
                </a:solidFill>
                <a:latin typeface="Calibri"/>
              </a:rPr>
              <a:t>تصنيف البيانات على نطاق واسع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3400" b="0">
                <a:solidFill>
                  <a:srgbClr val="333333"/>
                </a:solidFill>
                <a:latin typeface="Calibri"/>
              </a:rPr>
              <a:t>Labeling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Calibri"/>
              </a:rPr>
              <a:t>Module 02 — Data &amp; AI Engineering Track  | 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لماذا التصنيف؟ / Why Labeling?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جودة التصنيفات تحدد سقف أداء أي نموذج تعلّم مُوجَّه.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Label quality caps the performance of any supervised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الأدوات /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Label Studio للتعددية، Roboflow للرؤية الحاسوبية، Scale AI للتوسع المؤسسي.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Label Studio for versatility, Roboflow for vision, Scale AI for enterprise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التصنيف بمساعدة LLM / LLM-assisted Labeling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نموذج لغوي يقترح التصنيفات مبدئيًا لتسريع العملية وخفض التكلفة.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An LLM pre-labels examples to speed up the process and cut cost.</a:t>
            </a:r>
          </a:p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التحقق البشري (Human-in-the-loop) إلزامي قبل القبول، مع قياس اتفاق النموذج مع البشر.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Human-in-the-loop validation is mandatory before acceptance, measuring human–model agreement.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سير عمل التصنيف بمساعدة LLM / LLM-assisted Labeling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بيانات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24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تسمية مبدئية بالـ LLM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pre-labeling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10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مراجعة وتصحيح بشري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Human review (HITL)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96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تسميات معتمدة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Approved labels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82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تدريب النموذج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حلقة تغذية راجعة: تصحيحات البشر تُحسِّن موجِّهات الـ LLM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Feedback loop: human corrections improve LLM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الـ LLM يسرّع التسمية والبشر يضمنون الجودة — أفضل الممارسات الحديثة.</a:t>
            </a:r>
          </a:p>
          <a:p>
            <a:pPr algn="r" rtl="0"/>
            <a:r>
              <a:t>LLM accelerates labeling; humans guarantee quality — modern best practice.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1. لماذا لا نعتمد تصنيفات LLM مباشرة دون مراجعة؟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Why not accept LLM labels directly without review?</a:t>
            </a:r>
          </a:p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2. أي أداة تناسب مشاريع الرؤية الحاسوبية؟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Which tool fits computer-vision projects?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توثيق Label Studio.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Label Studio docs.</a:t>
            </a:r>
          </a:p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توثيق Roboflow.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Roboflow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سير عمل التصنيف بمساعدة LLM / LLM-assisted Labeling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بيانات خام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Raw 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24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1965960" cy="12801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تسمية مبدئية بالـ LLM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LLM pre-labeling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10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2103120"/>
            <a:ext cx="1965960" cy="12801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مراجعة وتصحيح بشري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Human review (HITL)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96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0" y="2103120"/>
            <a:ext cx="1965960" cy="12801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تسميات معتمدة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Approved labels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82328" y="2606040"/>
            <a:ext cx="2743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1965960" cy="12801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تدريب النموذج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Model 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6766560" cy="7315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Calibri"/>
              </a:rPr>
              <a:t>حلقة تغذية راجعة: تصحيحات البشر تُحسِّن موجِّهات الـ LLM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Feedback loop: human corrections improve LLM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الـ LLM يسرّع التسمية والبشر يضمنون الجودة — أفضل الممارسات الحديثة.</a:t>
            </a:r>
          </a:p>
          <a:p>
            <a:pPr algn="r" rtl="0"/>
            <a:r>
              <a:t>LLM accelerates labeling; humans guarantee quality — modern best practice.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