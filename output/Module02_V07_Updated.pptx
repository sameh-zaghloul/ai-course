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8" r:id="rId8"/>
    <p:sldId id="261" r:id="rId9"/>
    <p:sldId id="262" r:id="rId10"/>
    <p:sldId id="263" r:id="rId11"/>
    <p:sldId id="269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6"/>
  </p:normalViewPr>
  <p:slideViewPr>
    <p:cSldViewPr snapToGrid="0" snapToObjects="1">
      <p:cViewPr varScale="1">
        <p:scale>
          <a:sx n="88" d="100"/>
          <a:sy n="88" d="100"/>
        </p:scale>
        <p:origin x="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المستودعات والبحيرات ومعمارية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Warehouses, Data Lakes &amp; Lakehouse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V07 — المستودعات والبحيرات ومعمارية Lakehouse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V07 —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المستودع مقابل البحيرة / Warehouse vs Lake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معمارية Lakehouse /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منتجات البيانات وعقودها / Data Products &amp; Contracts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متى تختار كل نموذج؟ / When to Choose Which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ربط بالمقرر / Course Tie-in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2/14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المستودع مقابل البحيرة / Warehouse vs 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المستودع: مخطط عند الكتابة، SQL سريع، بيانات مهيكلة فقط.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Warehouse: schema-on-write, fast SQL, structured data only.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البحيرة: مخطط عند القراءة، كل التنسيقات، تكلفة تخزين منخفضة.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Lake: schema-on-read, any format, low-cost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3/14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معمارية Lakehouse /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تجمع مرونة البحيرة وأداء المستودع في منصة واحدة (Delta Lake, Iceberg, Hudi).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Combines lake flexibility with warehouse performance (Delta Lake, Iceberg, Hudi).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طبقات معاملات ACID وفهرسة وحوكمة فوق تخزين الكائنات.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ACID transactions, indexing, and governance layers over object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4/14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الحوكمة عبر تحسين الجودة بين الطبقات — إدارة مركزية.</a:t>
            </a:r>
          </a:p>
          <a:p>
            <a:pPr algn="r" rtl="0"/>
            <a:r>
              <a:t>Governance via quality improvement between layers — central ownership.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5/14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منتجات البيانات وعقودها / Data Products &amp;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منتج البيانات: مجموعة بيانات موثوقة موثّقة قابلة للاكتشاف تُدار كمنتج حقيقي.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Data product: a trusted, documented, discoverable dataset managed like a product.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عقد البيانات: المخطط والأمان ومستوى الخدمة SLA — وحدة التسليم الحديثة.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Data contract: schema + security + SLA — the modern delivery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5/14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6/14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منتج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وحدة التسليم الحديثة في هندسة البيانات.</a:t>
            </a:r>
          </a:p>
          <a:p>
            <a:pPr algn="r" rtl="0"/>
            <a:r>
              <a:t>The modern delivery unit in data engineering.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7/14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متى تختار كل نموذج؟ / When to Choose Which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فريق مركزي وتحليلات → Medallion على Lakehouse؛ تقارير صارمة → مستودع؛ مؤسسة كبيرة بفرق مستقلة →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Central team + analytics → Medallion; strict BI → warehouse; large independent teams → data mesh.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6/14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8/14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ربط بالمقرر / Course Tie-in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مسار عملي: Bronze → Silver → Gold ينتهي في فهرس متجهي يغذّي تطبيق RAG (مختبر L03).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Hands-on path: Bronze → Silver → Gold ending in a vector index feeding a RAG app (lab L03).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7/14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9/14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متى تختار كل نموذج؟ / Decision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الحالة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الاختيار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السبب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فريق مركزي + تحليلات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Medallion /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مرونة + حوكمة طبقية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تقارير صارمة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Warehouse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SQL سريع + مخطط ثابت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مستقلة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ملكية لامركزية + عقود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8/14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10/14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t>Criteria: core idea / ownership / governance / best use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11/14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معنى «مخطط عند القراءة»؟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'schema-on-read' mean?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ما مكونات عقد البيانات الثلاثة؟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are the three components of a data contract?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ماذا يضيف Lakehouse عن البحيرة المجردة؟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a lakehouse add over a raw lake?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9/14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لا يُفرض المخطط عند الكتابة بل عند القراءة — سمة البحيرات.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Schema is enforced at read time, not write time — a lake trait.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المخطط، الأمان، مستوى الخدمة SLA.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Schema, security, and SLA.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معاملات ACID وأداء SQL وحوكمة.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ACID transactions, SQL performance,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10/14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Delta Lake وApache Iceberg.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Delta Lake and Apache Iceberg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مقالات Data Contracts (Chad Sanderson).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 contracts articles (Chad Sanderson).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11/14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07_  •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1329</Words>
  <Application>Microsoft Macintosh PowerPoint</Application>
  <PresentationFormat>Widescreen</PresentationFormat>
  <Paragraphs>175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</cp:revision>
  <dcterms:created xsi:type="dcterms:W3CDTF">2013-01-27T09:14:16Z</dcterms:created>
  <dcterms:modified xsi:type="dcterms:W3CDTF">2026-09-09T14:40:16Z</dcterms:modified>
  <cp:category/>
</cp:coreProperties>
</file>