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5" r:id="rId16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هندسة الخصائص ومخازنها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Feature Engineering &amp; Feature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V08 — هندسة الخصائص ومخازنها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V08 —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هندسة الخصائص / Feature Engineering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مخازن الخصائص /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اتساق Offline/Online / Consistency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الربط بالتطبيقات الوكيلة / Agentic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هندسة الخصائص /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تحويل البيانات الخام إلى ميزات ذات معنى تدعم تدريب النماذج وخدمتها.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Turning raw data into meaningful features supporting model training and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أمثلة: التجميعات الزمنية، الترميز، التطبيع.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Examples: time-window aggregates, encoding, normalization.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مخازن الخصائص / Feature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Feast وTecton وHopsworks: تعريف الميزة مرة واحدة وإعادة استخدامها في التدريب والخدمة.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Feast, Tecton, Hopsworks: define features once, reuse for training and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تمنع انحراف الميزات بين التدريب والإنتاج.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They prevent feature skew between training and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اتساق Offline/Online /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Offline للتدريب التاريخي؛ Online لخدمة منخفضة الكمون (ميلي ثانية).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Offline for historical training; online for low-latency (ms)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اتساق القيم بين البيئتين شرط لصحة النموذج في الإنتاج.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Value consistency across stores is essential for production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الربط بالتطبيقات الوكيلة / Agentic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الوكلاء يحتاجون ميزات لحظية متسقة لقرارات التخصيص والمخاطر والتوجيه.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Agents need consistent real-time features for personalization, risk, and routing.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مخزن الخصائص هو «مصدر الحقيقة» للميزات أمام أي وكيل ذكي.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The feature store is the single source of truth behind any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7/10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المشكلة التي يحلها مخزن الخصائص؟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problem does a feature store solve?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فرّق بين المخزن Offline وOnline.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Differentiate offline vs online stores.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اذكر أداتين لمخازن الخصائص.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Name two feature-store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8/10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انحراف الميزات بين التدريب والخدمة وتكرار العمل.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Feature skew between training/serving and duplicated work.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Offline للتدريب التاريخي؛ Online لخدمة فورية منخفضة الكمون.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Offline for historical training; online for low-latency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Feast وHopsworks (أو Tecton).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Feast and Hopsworks (or Tecton).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9/10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Feast.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Feast documentation.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Hopsworks Feature Store.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Hopsworks feature store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10/10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خط الخصائص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غير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t>Core value: one feature definition for training and serving — no skew.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6/10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