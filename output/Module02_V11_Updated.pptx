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3" r:id="rId14"/>
    <p:sldId id="262" r:id="rId13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5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4E79"/>
                </a:solidFill>
                <a:latin typeface="Calibri"/>
              </a:rPr>
              <a:t>V11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800" b="1">
                <a:solidFill>
                  <a:srgbClr val="1F3B5C"/>
                </a:solidFill>
                <a:latin typeface="Calibri"/>
              </a:rPr>
              <a:t>حوكمة البيانات وسلسلة العهدة والفهرسة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400" b="0">
                <a:solidFill>
                  <a:srgbClr val="333333"/>
                </a:solidFill>
                <a:latin typeface="Calibri"/>
              </a:rPr>
              <a:t>Data Governance, Lineage &amp; Cataloging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Module 02 — Data &amp; AI Engineering Track  |  الوحدة الثانية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الحوكمة والفهرسة / Governance &amp; Cataloging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سلسلة العهدة (Lineage) تتبع أصل البيانات وتحولاتها؛ الفهرسة تجعلها قابلة للاكتشاف.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Lineage traces data origin and transformations; cataloging makes it discoverable.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أدوات: Apache Atlas، Collibra، DataHub.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Tools: Apache Atlas, Collibra, DataHub.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المعمارية المرجعية للذكاء التوليدي (1/2) / GenAI Reference Architecture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أ. بوابة منصة GenAI: نافذة موحدة بكتالوج حلول ومحفظة POC → MVP → PROD موثقة.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A. Portal: unified pane of glass with a solution catalog and documented POC → MVP → PROD portfolio.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ب. الأتمتة والامتثال: خطوط CI/CD ببوابات تحكم آلية وموافقات مرحلية وفق DevSecOps.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B. Automation &amp; compliance: CI/CD with automated control gates and stage-gate approvals (DevSecOps).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المعمارية المرجعية للذكاء التوليدي (2/2) / GenAI Reference Architecture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ج. الخدمات المشتركة: بوابة AI موحدة، مكتبة موجِّهات، خدمة التغذية الراجعة، قاعدة تدقيق LLM، حواجز حماية Guardrails.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C. Shared services: unified AI gateway, prompt library, feedback service, LLM audit database, guardrails.</a:t>
            </a:r>
          </a:p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د. الحوكمة والمراقبة: أمن البيانات، الذكاء المسؤول (تدقيق التحيّز والهلوسة)، وإدارة التكاليف FinOps.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D. Governance &amp; monitoring: data security, responsible AI (bias/hallucination audits), FinOps.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1. ما وظيفة بوابة AI الموحدة (AI Gateway)؟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What does a unified AI gateway do?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2. لماذا نحتاج قاعدة تدقيق لنماذج LLM؟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Why keep an LLM audit database?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3. ما دور CI/CD في حوكمة GenAI؟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What is CI/CD's role in GenAI governance?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DataHub وApache Atlas.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DataHub and Apache Atlas docs.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المعمارية المرجعية للذكاء التوليدي — McKinsey.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GenAI reference architecture — McKinsey.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