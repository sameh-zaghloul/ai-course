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حوكمة البيانات وسلسلة العهدة والفهرسة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Data Governance, Lineage &amp; Cataloging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1/11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1/9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V11 — حوكمة البيانات وسلسلة العهدة والفهرسة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V11 —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الحوكمة والفهرسة / Governance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المعمارية المرجعية للذكاء التوليدي (1/2) / GenAI Reference Architecture (1/2)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المعمارية المرجعية للذكاء التوليدي (2/2) / GenAI Reference Architecture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2/11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2/9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الحوكمة والفهرسة / Governance &amp; Cataloging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سلسلة العهدة (Lineage) تتبع أصل البيانات وتحولاتها؛ الفهرسة تجعلها قابلة للاكتشاف.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Lineage traces data origin and transformations; cataloging makes it discoverable.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أدوات: Apache Atlas، Collibra، DataHub.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Tools: Apache Atlas, Collibra, DataHub.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3/11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3/9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المعمارية المرجعية للذكاء التوليدي (1/2) / GenAI Reference Architecture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أ. بوابة منصة GenAI: نافذة موحدة بكتالوج حلول ومحفظة POC → MVP → PROD موثقة.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A. Portal: unified pane of glass with a solution catalog and documented POC → MVP → PROD portfolio.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ب. الأتمتة والامتثال: خطوط CI/CD ببوابات تحكم آلية وموافقات مرحلية وفق DevSecOps.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B. Automation &amp; compliance: CI/CD with automated control gates and stage-gate approvals (DevSecOps).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4/11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4/9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المعمارية المرجعية للذكاء التوليدي (2/2) / GenAI Reference Architecture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ج. الخدمات المشتركة: بوابة AI موحدة، مكتبة موجِّهات، خدمة التغذية الراجعة، قاعدة تدقيق LLM، حواجز حماية Guardrails.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C. Shared services: unified AI gateway, prompt library, feedback service, LLM audit database, guardrails.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د. الحوكمة والمراقبة: أمن البيانات، الذكاء المسؤول (تدقيق التحيّز والهلوسة)، وإدارة التكاليف FinOps.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D. Governance &amp; monitoring: data security, responsible AI (bias/hallucination audits), FinOps.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5/11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5/9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Enterprise reference pattern (McKinsey) — a unified pane over governed shared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6/9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ما وظيفة بوابة AI الموحدة (AI Gateway)؟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does a unified AI gateway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لماذا نحتاج قاعدة تدقيق لنماذج LLM؟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Why keep an LLM audit database?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ما دور CI/CD في حوكمة GenAI؟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is CI/CD's role in GenAI governance?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6/11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7/9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نقطة دخول موحدة تفرض المصادقة والحدود والتسجيل على كل الاستدعاءات.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 single entry point enforcing auth, limits, and logging for all calls.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لتتبع الموجِّهات والإجابات والامتثال والتحقيق في الحوادث.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To trace prompts/answers for compliance and investigation.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بوابات تحكم وموافقات مرحلية آلية قبل الإنتاج.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Automated control gates and approvals before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7/11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8/9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DataHub وApache Atlas.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DataHub and Apache Atlas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المعمارية المرجعية للذكاء التوليدي — McKinsey.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GenAI reference architecture — McKinsey.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V11  •  8/11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9/9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11_  •  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