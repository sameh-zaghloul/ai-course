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931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7436815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28255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02 — هندسة البيانات للذكاء الاصطناعي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V12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أساسيات MLOps — من دفاتر الملاحظات إلى الإنتاج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مختبر عملي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الأول والثاني  |  فيديو مسجل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021263" y="626364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021263" y="626364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759391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59391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98687" y="6263640"/>
            <a:ext cx="923544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98687" y="626364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أهداف الفيديو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بنهاية هذا الفيديو سيكون المتدرب قادرًا على: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59007" y="201168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الفجوة بين نموذج يعمل في دفتر ملاحظات ونموذج جاهز للإنتاج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259007" y="288036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تتبّع التجارب (Experiment Tracking) وسجل النماذج (Model Registry)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259007" y="37490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مبدأ إصدار البيانات والنماذج (Data &amp; Model Versioning)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59007" y="461772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التحضير لمختبر بناء خط أنابيب ETL ينتهي بنقطة RAG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٢ من 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التجربة إلى الإنتاج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حدود دفتر الملاحظات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ممتاز للاستكشاف، لكنه بلا تكرارية أو تتبع أو مراقبة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تتبّع التجارب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كل تشغيل بمعاييره ونتائجه للمقارنة المنهجية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سجل النماذج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مركزية لإدارة إصدارات النموذج وحالتها (تطوير/إنتاج)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٣ من 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التكرارية والأتمتة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إصدار البيانات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معرفة أي نسخة بيانات دُرّب عليها كل نموذج بدقة (Data Versioning)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خطوط أنابيب التدريب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كاملة من البيانات إلى النموذج المنشور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المراقبة بعد النشر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انحراف البيانات (Data Drift) وتراجع الأداء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٤ من 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المستخدمة في هذا الموضوع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التجارب وإدارة سجل النماذج ودورة حياتها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Kubeflow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خطوط أنابيب تعلّم الآلة على Kubernetes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البيانات والنماذج بأسلوب مشابه لـ Git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 ·  هندسة البيانات للذكاء الاصطناعي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٥ من 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ما نأخذه من هذا الفيديو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59007" y="179679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1796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يحوّل نموذجًا تجريبيًا إلى نظام إنتاجي موثوق وقابل للتكرار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259007" y="275691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756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التجارب وسجل النماذج أساس أي فريق ذكاء اصطناعي ناضج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259007" y="371703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المختبر القادم (L03) سنطبّق عمليًا خط أنابيب ETL ينتهي بنقطة RAG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259007" y="467715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بهذا نُغلق حلقة هندسة البيانات الكاملة الداعمة لأنظمة الذكاء الاصطناعي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٦ من 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2026-09-09T08:25:02Z</dcterms:created>
  <dcterms:modified xsi:type="dcterms:W3CDTF">2026-09-09T08:25:02Z</dcterms:modified>
</cp:coreProperties>
</file>