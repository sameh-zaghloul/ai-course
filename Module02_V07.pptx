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645920"/>
            <a:ext cx="5486400" cy="54864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8899855" y="3931920"/>
            <a:ext cx="5029200" cy="5029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7436815" y="54864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28255" y="548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02 — هندسة البيانات للذكاء الاصطناعي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V07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مستودعات البيانات وبحيراتها وهندسة الـ Lakehouse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806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الأسبوعان الأول والثاني  |  فيديو مسجل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317175" y="626364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17175" y="62636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055303" y="6263640"/>
            <a:ext cx="1124712" cy="310896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55303" y="6263640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92847" y="6263640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92847" y="626364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أهداف الفيديو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بنهاية هذا الفيديو سيكون المتدرب قادرًا على: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259007" y="201168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59007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التفريق بين Data Warehouse وData Lake وLakehouse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259007" y="288036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259007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فهم Schema-on-Write مقابل Schema-on-Read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259007" y="374904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259007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التعرف على معمارية الطبقات (Medallion Architecture)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259007" y="461772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259007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2628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التعرف على أدوات الـ Lakehouse الرائدة في السوق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V07  ·  هندسة البيانات للذكاء الاصطناعي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٢ من ٦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ثلاثة نماذج للتخزين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048695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48695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56397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منظمة جاهزة للتحليل بسكيمة محددة مسبقًا (Schema-on-Write)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59117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59117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Lake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تخزين خام لكل الأنواع بتكلفة منخفضة ومرونة عالية (Schema-on-Read)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9538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953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Lakehouse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يجمع بين مرونة البحيرة وموثوقية المستودع عبر معاملات ACID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V07  ·  هندسة البيانات للذكاء الاصطناعي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٣ من ٦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معمارية الطبقات (Medallion)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048695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48695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الطبقة الخام (Bronze)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56397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كما وردت من المصدر دون أي تنقية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59117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59117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الطبقة الوسيطة (Silver)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منقّاة ومطابقة ومدمجة من مصادر متعددة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9538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953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الطبقة الذهبية (Gold)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مجمّعة جاهزة للاستخدام التجاري ونماذج الذكاء الاصطناعي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V07  ·  هندسة البيانات للذكاء الاصطناعي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٤ من ٦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الأدوات المستخدمة في هذا الموضوع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048695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48695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56397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مستودع بيانات سحابي بفصل كامل بين التخزين والحوسبة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59117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59117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BigQuery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تحليلات بلا خادم (Serverless) بمقياس ضخم من Google Cloud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9538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953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Delta Lake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طبقة تخزين مفتوحة المصدر تضيف معاملات ACID فوق بحيرات البيانات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V07  ·  هندسة البيانات للذكاء الاصطناعي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٥ من ٦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828800"/>
            <a:ext cx="5029200" cy="5029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أهم ما نأخذه من هذا الفيديو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259007" y="179679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59007" y="17967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 يحل معضلة الاختيار بين مرونة البحيرة وموثوقية المستودع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1259007" y="275691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259007" y="2756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6032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معمارية الطبقات الثلاث ترفع جودة البيانات تدريجيًا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1259007" y="371703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259007" y="37170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2044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الأداة يعتمد على السحابة المعتمدة والحجم المتوقع للبيانات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1259007" y="467715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259007" y="467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8056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هذه الطبقة هي المصدر الذي تُغذّى منه أنظمة الذكاء الاصطناعي لاحقًا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V07  ·  هندسة البيانات للذكاء الاصطناعي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٦ من ٦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2026-09-09T08:25:02Z</dcterms:created>
  <dcterms:modified xsi:type="dcterms:W3CDTF">2026-09-09T08:25:02Z</dcterms:modified>
</cp:coreProperties>
</file>